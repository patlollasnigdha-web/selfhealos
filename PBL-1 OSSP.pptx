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151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Crimson Pro SemiBold" panose="020B0604020202020204" charset="0"/>
      <p:regular r:id="rId12"/>
    </p:embeddedFont>
    <p:embeddedFont>
      <p:font typeface="Heebo" pitchFamily="2" charset="-79"/>
      <p:regular r:id="rId13"/>
    </p:embeddedFont>
    <p:embeddedFont>
      <p:font typeface="Heebo Bold" charset="-79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333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8/12/2026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532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7954-D022-8966-D040-B1327DC0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90" y="2571956"/>
            <a:ext cx="4498084" cy="1714087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SelfHealOS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B74D-BC9F-BFC3-670B-4E5CD7F48D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TEAM-09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73F89-1726-0210-98E2-C5879E4BAD2A}"/>
              </a:ext>
            </a:extLst>
          </p:cNvPr>
          <p:cNvSpPr txBox="1"/>
          <p:nvPr/>
        </p:nvSpPr>
        <p:spPr>
          <a:xfrm>
            <a:off x="3209729" y="3508310"/>
            <a:ext cx="6111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AI-Based Operating System Fault Detection and Recovery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3F698-EFB0-133B-7681-230079E0BFC6}"/>
              </a:ext>
            </a:extLst>
          </p:cNvPr>
          <p:cNvSpPr txBox="1"/>
          <p:nvPr/>
        </p:nvSpPr>
        <p:spPr>
          <a:xfrm>
            <a:off x="8182946" y="4569483"/>
            <a:ext cx="3107094" cy="1809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480" indent="-28448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2510030269-Snigdha</a:t>
            </a:r>
            <a:endParaRPr lang="en-US" dirty="0"/>
          </a:p>
          <a:p>
            <a:pPr marL="284480" indent="-28448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2510030331-sriya</a:t>
            </a:r>
            <a:endParaRPr lang="en-US" dirty="0"/>
          </a:p>
          <a:p>
            <a:pPr marL="284480" indent="-28448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2510030156-Deekshith</a:t>
            </a:r>
            <a:endParaRPr lang="en-US" dirty="0"/>
          </a:p>
          <a:p>
            <a:pPr marL="284480" indent="-284480">
              <a:lnSpc>
                <a:spcPct val="130000"/>
              </a:lnSpc>
              <a:buSzPct val="100000"/>
              <a:buChar char="•"/>
            </a:pPr>
            <a:r>
              <a:rPr lang="en-US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2510030164-Sai Charan 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4587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5249"/>
            <a:ext cx="1076100" cy="260152"/>
          </a:xfrm>
          <a:prstGeom prst="roundRect">
            <a:avLst>
              <a:gd name="adj" fmla="val 7901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64" y="626765"/>
            <a:ext cx="137018" cy="137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9641" y="616545"/>
            <a:ext cx="1274830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88741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Abstract</a:t>
            </a:r>
            <a:endParaRPr lang="en-US" sz="3350" dirty="0"/>
          </a:p>
        </p:txBody>
      </p:sp>
      <p:sp>
        <p:nvSpPr>
          <p:cNvPr id="6" name="Text 3"/>
          <p:cNvSpPr/>
          <p:nvPr/>
        </p:nvSpPr>
        <p:spPr>
          <a:xfrm>
            <a:off x="661475" y="1795165"/>
            <a:ext cx="4096739" cy="2752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Operating-system processes can crash, become unresponsive, consume excessive resources, or exhibit abnormal behavior. Conventional systems detect failures only after they occur and require manual intervention.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SelfHealOS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proposes an intelligent fault-management framework that continuously monitors system processes, identifies abnormal behavior, predicts potential failures, and automatically performs suitable recovery actions.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2463" y="1830090"/>
            <a:ext cx="3099417" cy="13258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48957" y="2020391"/>
            <a:ext cx="264262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Continuous Monitoring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5448957" y="2443163"/>
            <a:ext cx="264262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Observe all OS processes in real time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7054" y="1830090"/>
            <a:ext cx="3099417" cy="1325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03549" y="2020391"/>
            <a:ext cx="264262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Intelligent Detection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8703549" y="2443163"/>
            <a:ext cx="264262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abnormal process behavior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2463" y="3311128"/>
            <a:ext cx="3099417" cy="13258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48957" y="3501430"/>
            <a:ext cx="264262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Prediction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5448957" y="3924201"/>
            <a:ext cx="264262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Anticipate failures before they occur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37054" y="3311128"/>
            <a:ext cx="3099417" cy="13258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703549" y="3501430"/>
            <a:ext cx="264262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Recovery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8703549" y="3924201"/>
            <a:ext cx="2642625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Execute suitable recovery actions</a:t>
            </a:r>
            <a:endParaRPr lang="en-US" sz="13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2463" y="4792166"/>
            <a:ext cx="3099417" cy="13258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448957" y="4982468"/>
            <a:ext cx="264262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Logging</a:t>
            </a:r>
            <a:endParaRPr lang="en-US" sz="1650" dirty="0"/>
          </a:p>
        </p:txBody>
      </p:sp>
      <p:sp>
        <p:nvSpPr>
          <p:cNvPr id="21" name="Text 13"/>
          <p:cNvSpPr/>
          <p:nvPr/>
        </p:nvSpPr>
        <p:spPr>
          <a:xfrm>
            <a:off x="5448957" y="5405239"/>
            <a:ext cx="264262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 all faults and recovery operations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285"/>
            <a:ext cx="1425242" cy="273645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9521" y="589260"/>
            <a:ext cx="1818733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EXISTING SYSTEM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759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How Conventional OS Fault Management Works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1698228"/>
            <a:ext cx="8452035" cy="38683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41606" y="4647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Logging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341783" y="4342272"/>
            <a:ext cx="1586817" cy="917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or Predefined Recovery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4352827" y="4647960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Detection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320397" y="4495116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 Monitoring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759748"/>
            <a:ext cx="1086874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Conventional operating systems rely on reactive mechanisms — faults are identified using process status, resource usage, and system logs, with administrators responding manually to alerts. Most approaches lack predictive capability.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24805"/>
            <a:ext cx="912690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4879" y="881459"/>
            <a:ext cx="129546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875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Drawbacks of Existing Systems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061666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50482" y="2250678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Reactive Handling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0482" y="2659360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Faults detected only after they occur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0301" y="2061666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379308" y="2250678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Delayed Detection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79308" y="2659360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Abnormal behavior not identified immediately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1475" y="3339802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482" y="352881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Manual Intervention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50482" y="3937496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Admins must respond to every alert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190301" y="3339802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79308" y="352881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 Prediction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79308" y="3937496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Cannot anticipate faults in advance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4641552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50482" y="483056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Application Downtime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850482" y="5239246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Unavailability during failure and recovery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347359" y="4641552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36366" y="483056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Inflexible Recovery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4536366" y="5239246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Predefined mechanisms do not adapt to fault conditions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33244" y="4641552"/>
            <a:ext cx="3496877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22251" y="483056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Poor Analysis</a:t>
            </a:r>
            <a:endParaRPr lang="en-US" sz="1850" dirty="0"/>
          </a:p>
        </p:txBody>
      </p:sp>
      <p:sp>
        <p:nvSpPr>
          <p:cNvPr id="25" name="Text 23"/>
          <p:cNvSpPr/>
          <p:nvPr/>
        </p:nvSpPr>
        <p:spPr>
          <a:xfrm>
            <a:off x="8222251" y="5239246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Recurring failures hard to analyze without centralized logging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002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SelfHealOS — Core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13458"/>
            <a:ext cx="1086874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AI-based framework that continuously observes system processes and uses collected metrics to identify abnormal behavior, predict faults, and trigger automated recovery.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0562" y="1899047"/>
            <a:ext cx="1076000" cy="844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0565" y="2289870"/>
            <a:ext cx="2158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070050" y="2052538"/>
            <a:ext cx="730668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Monitor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070050" y="2367260"/>
            <a:ext cx="730668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Collect process &amp; system metrics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54860" y="2754610"/>
            <a:ext cx="7537063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2611" y="2781697"/>
            <a:ext cx="2152001" cy="844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70664" y="3068935"/>
            <a:ext cx="2158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08100" y="2935188"/>
            <a:ext cx="67686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Detect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08100" y="3249910"/>
            <a:ext cx="676863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Identify abnormal behavior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92909" y="3637260"/>
            <a:ext cx="6999013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561" y="3664347"/>
            <a:ext cx="3228001" cy="84435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70565" y="3951585"/>
            <a:ext cx="2158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5146050" y="3817838"/>
            <a:ext cx="623068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Predict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146050" y="4132560"/>
            <a:ext cx="623068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AI/ML fault classification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30860" y="4519910"/>
            <a:ext cx="6461063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6611" y="4546997"/>
            <a:ext cx="4304002" cy="844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70565" y="4834235"/>
            <a:ext cx="2158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5684100" y="4700488"/>
            <a:ext cx="569263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Recover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684100" y="5015210"/>
            <a:ext cx="569263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Auto-select recovery action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568910" y="5402560"/>
            <a:ext cx="5923013" cy="9525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61" y="5429647"/>
            <a:ext cx="5380002" cy="84435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70565" y="5716885"/>
            <a:ext cx="215895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222051" y="5583138"/>
            <a:ext cx="515468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6222051" y="5897860"/>
            <a:ext cx="5154682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 for analysis &amp; improvement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729"/>
            <a:ext cx="1264114" cy="278110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71307" y="584597"/>
            <a:ext cx="1654034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78780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7448" y="1716980"/>
            <a:ext cx="25399" cy="4611191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048021" y="1910259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1716980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0133" y="1751310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783016" y="1779885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 Monitoring Module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8021" y="2619673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1475" y="2426395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0133" y="2460724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1783016" y="2489299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Collection Module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8021" y="3329087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1475" y="3135809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0133" y="3170138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150" dirty="0"/>
          </a:p>
        </p:txBody>
      </p:sp>
      <p:sp>
        <p:nvSpPr>
          <p:cNvPr id="17" name="Text 15"/>
          <p:cNvSpPr/>
          <p:nvPr/>
        </p:nvSpPr>
        <p:spPr>
          <a:xfrm>
            <a:off x="1783016" y="3198713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Extraction Module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8021" y="4038501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61475" y="3845223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30133" y="3879552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1783016" y="3908127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Detection &amp; AI/ML Prediction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48021" y="4747915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1475" y="4554637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30133" y="4588966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2150" dirty="0"/>
          </a:p>
        </p:txBody>
      </p:sp>
      <p:sp>
        <p:nvSpPr>
          <p:cNvPr id="25" name="Text 23"/>
          <p:cNvSpPr/>
          <p:nvPr/>
        </p:nvSpPr>
        <p:spPr>
          <a:xfrm>
            <a:off x="1783016" y="4617541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Classification Module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48021" y="5457329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61475" y="5264051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0133" y="5298380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2150" dirty="0"/>
          </a:p>
        </p:txBody>
      </p:sp>
      <p:sp>
        <p:nvSpPr>
          <p:cNvPr id="29" name="Text 27"/>
          <p:cNvSpPr/>
          <p:nvPr/>
        </p:nvSpPr>
        <p:spPr>
          <a:xfrm>
            <a:off x="1783016" y="5326955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Recovery Manager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48021" y="6166743"/>
            <a:ext cx="549261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61475" y="5973465"/>
            <a:ext cx="411946" cy="41195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30133" y="6007795"/>
            <a:ext cx="274631" cy="3432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</a:t>
            </a:r>
            <a:endParaRPr lang="en-US" sz="2150" dirty="0"/>
          </a:p>
        </p:txBody>
      </p:sp>
      <p:sp>
        <p:nvSpPr>
          <p:cNvPr id="33" name="Text 31"/>
          <p:cNvSpPr/>
          <p:nvPr/>
        </p:nvSpPr>
        <p:spPr>
          <a:xfrm>
            <a:off x="1783016" y="6036370"/>
            <a:ext cx="97472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Logging &amp; Feedback Module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5583"/>
            <a:ext cx="951087" cy="264616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5950" y="587772"/>
            <a:ext cx="1351722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FLOW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439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Data Flow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1475" y="1919784"/>
            <a:ext cx="32709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OS Processes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61475" y="2288282"/>
            <a:ext cx="327096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Input from the operating system.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4972" y="2523728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8259159" y="1649809"/>
            <a:ext cx="3271061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Process Monitoring &amp; Data Collection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59159" y="2290465"/>
            <a:ext cx="327106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observation and gathering of system metrics.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78743" y="2698948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050" dirty="0"/>
          </a:p>
        </p:txBody>
      </p:sp>
      <p:sp>
        <p:nvSpPr>
          <p:cNvPr id="13" name="Text 9"/>
          <p:cNvSpPr/>
          <p:nvPr/>
        </p:nvSpPr>
        <p:spPr>
          <a:xfrm>
            <a:off x="8259159" y="3087390"/>
            <a:ext cx="32710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Extraction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259159" y="3455888"/>
            <a:ext cx="327106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Transformation of raw data into analytical features.</a:t>
            </a:r>
            <a:endParaRPr lang="en-US" sz="13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64714" y="3532684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8259159" y="4252813"/>
            <a:ext cx="32710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Detection &amp; AI/ML Prediction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59159" y="4621312"/>
            <a:ext cx="3271061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Identification of anomalies and anticipation of failures.</a:t>
            </a:r>
            <a:endParaRPr lang="en-US" sz="13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9498" y="4536480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050" dirty="0"/>
          </a:p>
        </p:txBody>
      </p:sp>
      <p:sp>
        <p:nvSpPr>
          <p:cNvPr id="21" name="Text 15"/>
          <p:cNvSpPr/>
          <p:nvPr/>
        </p:nvSpPr>
        <p:spPr>
          <a:xfrm>
            <a:off x="8259159" y="5552083"/>
            <a:ext cx="327106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Fault Classification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259159" y="5920581"/>
            <a:ext cx="3271061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Categorization of detected faults.</a:t>
            </a:r>
            <a:endParaRPr lang="en-US" sz="13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55784" y="5122466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2050" dirty="0"/>
          </a:p>
        </p:txBody>
      </p:sp>
      <p:sp>
        <p:nvSpPr>
          <p:cNvPr id="25" name="Text 18"/>
          <p:cNvSpPr/>
          <p:nvPr/>
        </p:nvSpPr>
        <p:spPr>
          <a:xfrm>
            <a:off x="661475" y="5418237"/>
            <a:ext cx="32709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Recovery Manager</a:t>
            </a:r>
            <a:endParaRPr lang="en-US" sz="1700" dirty="0"/>
          </a:p>
        </p:txBody>
      </p:sp>
      <p:sp>
        <p:nvSpPr>
          <p:cNvPr id="26" name="Text 19"/>
          <p:cNvSpPr/>
          <p:nvPr/>
        </p:nvSpPr>
        <p:spPr>
          <a:xfrm>
            <a:off x="661475" y="5786735"/>
            <a:ext cx="327096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Decision-making for appropriate recovery actions.</a:t>
            </a:r>
            <a:endParaRPr lang="en-US" sz="135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52013" y="4947245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6</a:t>
            </a:r>
            <a:endParaRPr lang="en-US" sz="2050" dirty="0"/>
          </a:p>
        </p:txBody>
      </p:sp>
      <p:sp>
        <p:nvSpPr>
          <p:cNvPr id="29" name="Text 21"/>
          <p:cNvSpPr/>
          <p:nvPr/>
        </p:nvSpPr>
        <p:spPr>
          <a:xfrm>
            <a:off x="661475" y="4386659"/>
            <a:ext cx="32709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Recovery Action Execution</a:t>
            </a:r>
            <a:endParaRPr lang="en-US" sz="1700" dirty="0"/>
          </a:p>
        </p:txBody>
      </p:sp>
      <p:sp>
        <p:nvSpPr>
          <p:cNvPr id="30" name="Text 22"/>
          <p:cNvSpPr/>
          <p:nvPr/>
        </p:nvSpPr>
        <p:spPr>
          <a:xfrm>
            <a:off x="661475" y="4755158"/>
            <a:ext cx="327096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Implementation of chosen recovery steps.</a:t>
            </a:r>
            <a:endParaRPr lang="en-US" sz="13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4666042" y="4113510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7</a:t>
            </a:r>
            <a:endParaRPr lang="en-US" sz="2050" dirty="0"/>
          </a:p>
        </p:txBody>
      </p:sp>
      <p:sp>
        <p:nvSpPr>
          <p:cNvPr id="33" name="Text 24"/>
          <p:cNvSpPr/>
          <p:nvPr/>
        </p:nvSpPr>
        <p:spPr>
          <a:xfrm>
            <a:off x="661475" y="3087390"/>
            <a:ext cx="327096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Logging &amp; Feedback Module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661475" y="3455888"/>
            <a:ext cx="3270962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Recording of events and system learning for improvement.</a:t>
            </a:r>
            <a:endParaRPr lang="en-US" sz="135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3772" y="2083991"/>
            <a:ext cx="3804051" cy="380414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841258" y="3109714"/>
            <a:ext cx="260641" cy="325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</a:t>
            </a:r>
            <a:endParaRPr lang="en-US" sz="2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5688"/>
            <a:ext cx="1249034" cy="26918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7735" y="638770"/>
            <a:ext cx="1646097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21246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Hardware &amp; Software Requirements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890216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Hardware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61475" y="2353965"/>
            <a:ext cx="5218280" cy="2745581"/>
          </a:xfrm>
          <a:prstGeom prst="roundRect">
            <a:avLst>
              <a:gd name="adj" fmla="val 96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2850059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3342977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3835896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4328815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45124" y="246628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Component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7865" y="246628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Specification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5124" y="2959199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Processor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47865" y="2959199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Intel Core i3 or equivalent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45124" y="3452118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47865" y="3452118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 GB recommended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124" y="3945037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47865" y="3945037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256 GB or above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5124" y="4437955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Network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47865" y="4437955"/>
            <a:ext cx="224834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Optional (implementation-dependent)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318290" y="1890216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Software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18290" y="2353965"/>
            <a:ext cx="5218280" cy="3731419"/>
          </a:xfrm>
          <a:prstGeom prst="roundRect">
            <a:avLst>
              <a:gd name="adj" fmla="val 71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18290" y="2850059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318290" y="3342977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18290" y="3835896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318290" y="4328815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18290" y="5096371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18290" y="5589290"/>
            <a:ext cx="5218280" cy="1107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01940" y="246628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Component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104680" y="246628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Details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01940" y="2959199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04680" y="2959199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Linux / Ubuntu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501940" y="3452118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Language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104680" y="3452118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501940" y="3945037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Scripting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104680" y="3945037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Bash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01940" y="4437955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Libraries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104680" y="4437955"/>
            <a:ext cx="224834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psutil, NumPy, Pandas, Scikit-learn, Matplotlib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501940" y="5205512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104680" y="5205512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VS Code / PyCharm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501940" y="569843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104680" y="5698430"/>
            <a:ext cx="2857925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 / GitHub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56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Expected Outcomes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714327"/>
            <a:ext cx="5339820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482" y="290333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Real-time process monitoring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190301" y="2714327"/>
            <a:ext cx="5339919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379308" y="290333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Early identification of abnormal behavior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661475" y="3576638"/>
            <a:ext cx="5339820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50482" y="376564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fault detection &amp; recovery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6190301" y="3576638"/>
            <a:ext cx="5339919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79308" y="376564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Reduced manual intervention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4438948"/>
            <a:ext cx="5339820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50482" y="4627959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Detailed fault and recovery logs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190301" y="4438948"/>
            <a:ext cx="5339919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79308" y="4627959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Improved reliability &amp; reduced downtime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13</TotalTime>
  <Words>510</Words>
  <Application>Microsoft Office PowerPoint</Application>
  <PresentationFormat>Widescreen</PresentationFormat>
  <Paragraphs>146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Heebo Bold</vt:lpstr>
      <vt:lpstr>Crimson Pro SemiBold</vt:lpstr>
      <vt:lpstr>Heebo</vt:lpstr>
      <vt:lpstr>Arial</vt:lpstr>
      <vt:lpstr>Office Theme</vt:lpstr>
      <vt:lpstr>SelfHealOS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snigdha patlolla</cp:lastModifiedBy>
  <cp:revision>2</cp:revision>
  <dcterms:created xsi:type="dcterms:W3CDTF">2026-08-12T07:34:38Z</dcterms:created>
  <dcterms:modified xsi:type="dcterms:W3CDTF">2026-08-12T07:48:54Z</dcterms:modified>
</cp:coreProperties>
</file>