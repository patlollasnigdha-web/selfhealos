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SelfHealOS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Operating System Fault Detection and Automatic Recovery System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194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Monitoring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70632" y="2651760"/>
            <a:ext cx="402336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00400" y="2377440"/>
            <a:ext cx="2194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0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22392" y="2651760"/>
            <a:ext cx="402336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852160" y="2377440"/>
            <a:ext cx="2194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52160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Recovery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4612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[Add team member names]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/ Mentor: [Add guide name]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[Add department]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 [Add institution]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Year: [Add year]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SelfHealOS  |  2/10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4300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continuously face resource- and process-level anomalies.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overload, memory pressure, disk pressure and abnormal processes degrade performance.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monitoring mainly detects and reports faults.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intervention increases recovery time.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detection and recovery can improve system resilience.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0" y="1188720"/>
            <a:ext cx="2651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0" y="1188720"/>
            <a:ext cx="265176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Fault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269480" y="1755648"/>
            <a:ext cx="0" cy="329184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943600" y="2103120"/>
            <a:ext cx="2651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0" y="2103120"/>
            <a:ext cx="265176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Degradation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269480" y="2670048"/>
            <a:ext cx="0" cy="329184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943600" y="3017520"/>
            <a:ext cx="2651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0" y="3017520"/>
            <a:ext cx="265176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Detection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269480" y="3584448"/>
            <a:ext cx="0" cy="329184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943600" y="3931920"/>
            <a:ext cx="2651760" cy="548640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0" y="3931920"/>
            <a:ext cx="265176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Recovery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SelfHealOS  |  3/10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4300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monitor system and process-level resources.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abnormal operating-system conditions.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machine learning to assist fault identification and classification.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perform safe recovery actions.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that recovery restored the system.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1280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931920"/>
            <a:ext cx="128016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56232" y="4206240"/>
            <a:ext cx="356616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240280" y="3931920"/>
            <a:ext cx="1280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40280" y="3931920"/>
            <a:ext cx="128016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547872" y="4206240"/>
            <a:ext cx="356616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931920" y="3931920"/>
            <a:ext cx="1280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31920" y="3931920"/>
            <a:ext cx="128016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239512" y="4206240"/>
            <a:ext cx="356616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23560" y="3931920"/>
            <a:ext cx="1280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23560" y="3931920"/>
            <a:ext cx="128016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31152" y="4206240"/>
            <a:ext cx="356616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15200" y="3931920"/>
            <a:ext cx="1280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0" y="3931920"/>
            <a:ext cx="128016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Existing Approaches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SelfHealOS  |  4/10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01752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OS monitoring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Tracks CPU, memory, disk and process metrics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 problems; recovery is manual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fault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 rules flag known fault conditions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thresholds; limited adaptability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ML-based anomaly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Learns patterns to identify abnormal behaviour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detection only; no recovery 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recovery / self-healing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Executes corrective actions on faults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varies; verification not always included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3154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existing approaches often focus on detection OR recovery. SelfHealOS integrates: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520440"/>
            <a:ext cx="1737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520440"/>
            <a:ext cx="173736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313432" y="3840480"/>
            <a:ext cx="310896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651760" y="3520440"/>
            <a:ext cx="1737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651760" y="3520440"/>
            <a:ext cx="173736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Detection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16552" y="3840480"/>
            <a:ext cx="310896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754880" y="3520440"/>
            <a:ext cx="1737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54880" y="3520440"/>
            <a:ext cx="173736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Recovery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519672" y="3840480"/>
            <a:ext cx="310896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858000" y="3520440"/>
            <a:ext cx="1737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0" y="3520440"/>
            <a:ext cx="173736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Verification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4434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papers from the project literature review here: [Add references]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SelfHealOS  |  5/10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737360" cy="1005840"/>
          </a:xfrm>
          <a:prstGeom prst="rect">
            <a:avLst/>
          </a:prstGeom>
          <a:solidFill>
            <a:srgbClr val="E0E7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371600"/>
            <a:ext cx="1737360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Resources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/ RAM / Disk / Processes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13432" y="1874520"/>
            <a:ext cx="310896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51760" y="137160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1371600"/>
            <a:ext cx="1737360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Module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16552" y="1874520"/>
            <a:ext cx="310896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754880" y="137160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0" y="1371600"/>
            <a:ext cx="1737360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Detection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19672" y="1874520"/>
            <a:ext cx="310896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858000" y="137160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0" y="1371600"/>
            <a:ext cx="1737360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Classification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0" y="320040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0" y="3200400"/>
            <a:ext cx="1737360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Assessment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 flipH="1">
            <a:off x="6519672" y="3703320"/>
            <a:ext cx="310896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754880" y="320040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0" y="3200400"/>
            <a:ext cx="1737360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Engine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 flipH="1">
            <a:off x="4416552" y="3703320"/>
            <a:ext cx="310896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651760" y="320040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51760" y="3200400"/>
            <a:ext cx="1737360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Verification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 flipH="1">
            <a:off x="2313432" y="3703320"/>
            <a:ext cx="310896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48640" y="3200400"/>
            <a:ext cx="1737360" cy="1005840"/>
          </a:xfrm>
          <a:prstGeom prst="rect">
            <a:avLst/>
          </a:prstGeom>
          <a:solidFill>
            <a:srgbClr val="E0E7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3200400"/>
            <a:ext cx="1737360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/ Dashboard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726680" y="2404872"/>
            <a:ext cx="0" cy="768096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SelfHealOS  |  6/10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1371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188720"/>
            <a:ext cx="137160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real-time metrics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47672" y="1645920"/>
            <a:ext cx="219456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94560" y="1188720"/>
            <a:ext cx="1371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94560" y="1188720"/>
            <a:ext cx="137160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monitoring data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93592" y="1645920"/>
            <a:ext cx="219456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40480" y="1188720"/>
            <a:ext cx="1371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40480" y="1188720"/>
            <a:ext cx="137160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abnormal conditions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39512" y="1645920"/>
            <a:ext cx="219456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0" y="1188720"/>
            <a:ext cx="1371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0" y="1188720"/>
            <a:ext cx="137160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fault classification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85432" y="1645920"/>
            <a:ext cx="219456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132320" y="1188720"/>
            <a:ext cx="1371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0" y="1188720"/>
            <a:ext cx="137160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severity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2423160"/>
            <a:ext cx="1371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423160"/>
            <a:ext cx="137160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recovery action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947672" y="2880360"/>
            <a:ext cx="219456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194560" y="2423160"/>
            <a:ext cx="1371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194560" y="2423160"/>
            <a:ext cx="137160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recovery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593592" y="2880360"/>
            <a:ext cx="219456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840480" y="2423160"/>
            <a:ext cx="1371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840480" y="2423160"/>
            <a:ext cx="137160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Re-monitor system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239512" y="2880360"/>
            <a:ext cx="219456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486400" y="2423160"/>
            <a:ext cx="1371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0" y="2423160"/>
            <a:ext cx="137160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recovery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85432" y="2880360"/>
            <a:ext cx="219456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132320" y="2423160"/>
            <a:ext cx="1371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132320" y="2423160"/>
            <a:ext cx="137160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the result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is considered successful only after post-recovery verification.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SelfHealOS  |  7/10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4389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560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Monitoring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psutil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Processing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 / NumPy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Learning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Persistence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Joblib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/ Python logging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stress-test utilities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303520" y="1097280"/>
            <a:ext cx="3291840" cy="3108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303520" y="1097280"/>
            <a:ext cx="3291840" cy="3108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SelfHealOS/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main.py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monitoring/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ml/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recovery/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dashboard/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tests/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logs/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 &amp; Testing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SelfHealOS  |  8/10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51206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868680"/>
                <a:gridCol w="868680"/>
                <a:gridCol w="914400"/>
                <a:gridCol w="8229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system 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evaluated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evaluated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evaluated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evaluated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overload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evaluated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evaluated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evaluated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evaluated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pressure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evaluated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evaluated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evaluated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evaluated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abnormality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evaluated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evaluated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evaluated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evaluated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 execution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evaluated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evaluated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evaluated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evaluated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 verification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evaluated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evaluated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evaluated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evaluated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37490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Accuracy, Precision, Recall, F1, Detection time, Recovery time, Recovery success rate: To be evaluated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43600" y="1051560"/>
            <a:ext cx="2651760" cy="3291840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0" y="1051560"/>
            <a:ext cx="2651760" cy="3291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SelfHealOS terminal / dashboard output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Advantages, Limitations &amp; 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SelfHealOS  |  9/10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25603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64592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fault response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intervention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ML-assisted detection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verification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fault/recovery logs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560320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91840" y="1097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91840" y="1508760"/>
            <a:ext cx="25603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164592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actual limitations found during development]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dataset size, fault categories, OS dependency, controlled tests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560320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0" y="1097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35040" y="1508760"/>
            <a:ext cx="25603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72200" y="164592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fault types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real-world datasets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anomaly detection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failure detection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/ edge deployment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recovery policies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SelfHealOS  |  10/10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4300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OS-level monitoring.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and classification of abnormal conditions.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recovery actions.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verified by post-recovery measurements.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852160" y="1051560"/>
            <a:ext cx="2377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52160" y="1051560"/>
            <a:ext cx="237744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040880" y="1444752"/>
            <a:ext cx="0" cy="164592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852160" y="1618488"/>
            <a:ext cx="2377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0" y="1618488"/>
            <a:ext cx="237744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40880" y="2011680"/>
            <a:ext cx="0" cy="164592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852160" y="2185416"/>
            <a:ext cx="2377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52160" y="2185416"/>
            <a:ext cx="237744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40880" y="2578608"/>
            <a:ext cx="0" cy="164592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852160" y="2752344"/>
            <a:ext cx="2377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52160" y="2752344"/>
            <a:ext cx="237744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040880" y="3145536"/>
            <a:ext cx="0" cy="164592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852160" y="3319272"/>
            <a:ext cx="2377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852160" y="3319272"/>
            <a:ext cx="237744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040880" y="3712464"/>
            <a:ext cx="0" cy="164592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852160" y="3886200"/>
            <a:ext cx="2377440" cy="3840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852160" y="3886200"/>
            <a:ext cx="237744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931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SelfHealOS</dc:title>
  <dc:subject>PptxGenJS Presentation</dc:subject>
  <dc:creator>PptxGenJS</dc:creator>
  <cp:lastModifiedBy>PptxGenJS</cp:lastModifiedBy>
  <cp:revision>1</cp:revision>
  <dcterms:created xsi:type="dcterms:W3CDTF">2026-10-05T05:12:18Z</dcterms:created>
  <dcterms:modified xsi:type="dcterms:W3CDTF">2026-10-05T05:12:18Z</dcterms:modified>
</cp:coreProperties>
</file>